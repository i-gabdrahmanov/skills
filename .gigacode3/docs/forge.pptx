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РАЗРАБОТКИ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Конвейер разработки фич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 контролем качества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сама проводит задачу от заявки до готового кода — и не даёт пропустить проверки качества.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16314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— как ИИ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466344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16314A"/>
          </a:solidFill>
          <a:ln w="15875">
            <a:solidFill>
              <a:srgbClr val="E8A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4663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 — как процесс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466344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16314A"/>
          </a:solidFill>
          <a:ln w="15875">
            <a:solidFill>
              <a:srgbClr val="2E8B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4663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 и проверяемо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6968" y="786384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ИИ пишет код быстро — но без контроля это риск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931920" cy="4160520"/>
          </a:xfrm>
          <a:prstGeom prst="rect">
            <a:avLst/>
          </a:prstGeom>
          <a:solidFill>
            <a:srgbClr val="0E1B2A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574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E8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+25%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уязвимостей в коде, который ИИ написал быстро, но никто не проверил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937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без проверки — это технический долг с процентами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691640"/>
            <a:ext cx="66111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691640"/>
            <a:ext cx="91440" cy="1298448"/>
          </a:xfrm>
          <a:prstGeom prst="rect">
            <a:avLst/>
          </a:prstGeom>
          <a:solidFill>
            <a:srgbClr val="D7424A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181965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Пропускает шаги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6360" y="220370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может «забыть» написать тесты или прогнать проверки — текстовая инструкция его ни к чему не обязывает.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3108960"/>
            <a:ext cx="66111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3108960"/>
            <a:ext cx="91440" cy="1298448"/>
          </a:xfrm>
          <a:prstGeom prst="rect">
            <a:avLst/>
          </a:prstGeom>
          <a:solidFill>
            <a:srgbClr val="D7424A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323697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Тихие сбои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66360" y="362102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Однажды система запустилась с отключённым контролем — и этого никто не заметил: качество держалось на честном слове.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4526280"/>
            <a:ext cx="66111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4526280"/>
            <a:ext cx="91440" cy="1298448"/>
          </a:xfrm>
          <a:prstGeom prst="rect">
            <a:avLst/>
          </a:prstGeom>
          <a:solidFill>
            <a:srgbClr val="D7424A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465429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лишнее или опасное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503834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изменить то, о чём не просили, вплоть до необратимых действий с данными.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разработки фич · контроль качества встроен в систему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Правила встроены в систему,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не в просьбы к ИИ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надеемся, что ИИ сам соблюдёт правила. Система просто не даёт их нарушить — рискованный шаг останавливается автоматически.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4754880"/>
            <a:ext cx="10908792" cy="1280160"/>
          </a:xfrm>
          <a:prstGeom prst="rect">
            <a:avLst/>
          </a:prstGeom>
          <a:solidFill>
            <a:srgbClr val="16314A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754880"/>
            <a:ext cx="109728" cy="128016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754880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«просим водителя пристегнуться», а ремень, без которого машина не трогается с места. И сами модели ИИ устаревают каждые полгода — ценность в управляемом процессе вокруг них, он остаётся.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ИДЁТ РАБОТА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6968" y="786384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конвейер: от заявки до готового кода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842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6243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9718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Понимаем, что нужно бизнесу, на его языке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4448" y="19842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84448" y="26243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Изучение системы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4448" y="29718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Смотрим, что в проекте уже есть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9842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7648" y="26243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27648" y="29718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Решаем, как сделать, до написания кода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178308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70848" y="19842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9070848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70848" y="262432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70848" y="29718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Заводим задачи в трекер (Jira)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7947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3995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" y="46360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с тестами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1248" y="49834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код — обязательно с тестами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37947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84448" y="3995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358444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584448" y="46360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качества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84448" y="49834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зелёные, покрытие подтверждено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26480" y="37947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27648" y="3995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632764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327648" y="46360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27648" y="49834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Обновляем описание системы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869680" y="37947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70848" y="3995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907084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070848" y="46360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к выкладке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070848" y="49834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pull request на ревью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этапе — автоматическая проверка: пока она не пройдена, дальше конвейер не пускает.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разработки фич · контроль качества встроен в систему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6968" y="786384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система не даёт сделать неправильно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84248"/>
            <a:ext cx="365760" cy="36576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сдать без качества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0" y="1783080"/>
            <a:ext cx="6245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Фича не уходит дальше, пока тесты не зелёные, а покрытие кода не подтверждено.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1090879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2825496"/>
            <a:ext cx="365760" cy="36576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624328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тесты, потом код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2624328"/>
            <a:ext cx="6245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не примет рабочий код, пока заранее не написаны тесты на него.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1090879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666744"/>
            <a:ext cx="365760" cy="36576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65576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Рискованное — с подтверждением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640" y="3465576"/>
            <a:ext cx="6245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опаснее действие, тем строже: правка платежей или персональных данных требует согласия человека.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06824"/>
            <a:ext cx="1090879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507992"/>
            <a:ext cx="365760" cy="36576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306824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расходов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20640" y="4306824"/>
            <a:ext cx="6245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запуска есть бюджет: при приближении к лимиту — предупреждение, при превышении — стоп.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148072"/>
            <a:ext cx="1090879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5349240"/>
            <a:ext cx="365760" cy="36576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148072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опасного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20640" y="5148072"/>
            <a:ext cx="6245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Блокируются разрушительные команды, утечка персональных данных и попытки подменить инструкции.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разработки фич · контроль качества встроен в систему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РИСКА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6968" y="786384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Строгость зависит от важности фичи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начале система спрашивает, насколько фича критична, и подстраивает строгость проверок. Безопасное — проходит само, рискованное — требует подтверждения человека.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9087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697480"/>
            <a:ext cx="128016" cy="1005840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97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важность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89120" y="26974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правка документации или текстов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2898648"/>
            <a:ext cx="27249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3FA7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0" y="2898648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Проходит автоматически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13048"/>
            <a:ext cx="109087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13048"/>
            <a:ext cx="128016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8130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фича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89120" y="38130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новая функция в продукте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0" y="4014216"/>
            <a:ext cx="27249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4014216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проходит через ревью и тесты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928616"/>
            <a:ext cx="109087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928616"/>
            <a:ext cx="128016" cy="1005840"/>
          </a:xfrm>
          <a:prstGeom prst="rect">
            <a:avLst/>
          </a:prstGeom>
          <a:solidFill>
            <a:srgbClr val="D742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92861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важность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389120" y="492861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платежи, персональные данные, доступы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0" y="5129784"/>
            <a:ext cx="27249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D74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512978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Требуется явное подтверждение человека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разработки фич · контроль качества встроен в систему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КОДА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6968" y="786384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Сначала тесты — потом код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не принимается без тестов, написанных заранее. Это гарантирует, что код реально решает задачу, а не просто «компилируется».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316382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тест на нужное поведение — он пока не проходит (кода ещё нет).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94106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код ровно столько, чтобы тест стал зелёным.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7183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Готово: поведение подтверждено тестом, лишнего не написано.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23760" y="1783080"/>
            <a:ext cx="4325112" cy="3931920"/>
          </a:xfrm>
          <a:prstGeom prst="rect">
            <a:avLst/>
          </a:prstGeom>
          <a:solidFill>
            <a:srgbClr val="0E1B2A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8080" y="2423160"/>
            <a:ext cx="3776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 закрывать пустые заявки.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тест: «пустая заявка закрылась» — он падает, потому что кода ещё нет.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код — пока тест не станет зелёным.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гарантированно делает то, что заявлено.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разработки фич · контроль качества встроен в систему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6968" y="786384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Контроль включён — и это проверяется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291840" cy="2834640"/>
          </a:xfrm>
          <a:prstGeom prst="rect">
            <a:avLst/>
          </a:prstGeom>
          <a:solidFill>
            <a:srgbClr val="0E1B2A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031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FA7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автоматических проверок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следят, что все правила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работают как задумано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72969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783080"/>
            <a:ext cx="91440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8928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всех действий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240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делает ИИ, записывается — можно разобрать любой шаг постфактум.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51960" y="2752344"/>
            <a:ext cx="72969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2752344"/>
            <a:ext cx="91440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8620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перед запуском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20954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сама убеждается, что контроль включён, и громко предупреждает, если нет.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3721608"/>
            <a:ext cx="72969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3721608"/>
            <a:ext cx="91440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83133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источник правил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41788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живут в системе, а не в чьей-то памяти — работают одинаково на любой машине.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разработки фич · контроль качества встроен в систему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ДАЁТ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6968" y="786384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Скорость ИИ и надёжность процесса вместе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1723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2121408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без потери качества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ИИ остаётся, но каждый результат проходит контроль.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1636" y="1828800"/>
            <a:ext cx="531723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5956" y="210312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2" name="Text 10"/>
          <p:cNvSpPr/>
          <p:nvPr/>
        </p:nvSpPr>
        <p:spPr>
          <a:xfrm>
            <a:off x="650595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191756" y="2121408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Предсказуемый результат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1676" y="2743200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одинаково независимо от того, какая модель ИИ под капотом.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1723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00200" y="4087368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дефектов в проде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709160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Тесты, ревью и защита данных встроены, а не «когда вспомним».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1636" y="3794760"/>
            <a:ext cx="531723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5956" y="406908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2" name="Text 20"/>
          <p:cNvSpPr/>
          <p:nvPr/>
        </p:nvSpPr>
        <p:spPr>
          <a:xfrm>
            <a:off x="6505956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191756" y="4087368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прозрачность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1676" y="4709160"/>
            <a:ext cx="4677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записан и проверяем — доверие и аудит из коробки.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разработки фич · контроль качества встроен в систему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 можно заменить —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процесс остаётся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построили управляемый конвейер, который превращает быстрый ИИ-код в надёжный продукт: тесты, ревью, защита данных и прозрачность встроены в систему и не зависят от настроения модели.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работает, проверено автотестами, готово к развёртыванию на проектах.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Конвейер разработки фич под контролем качества</dc:title>
  <dc:subject>PptxGenJS Presentation</dc:subject>
  <dc:creator>Конвейер разработки фич</dc:creator>
  <cp:lastModifiedBy>Конвейер разработки фич</cp:lastModifiedBy>
  <cp:revision>1</cp:revision>
  <dcterms:created xsi:type="dcterms:W3CDTF">2026-06-04T19:46:36Z</dcterms:created>
  <dcterms:modified xsi:type="dcterms:W3CDTF">2026-06-04T19:46:36Z</dcterms:modified>
</cp:coreProperties>
</file>